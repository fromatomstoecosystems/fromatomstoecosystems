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work through the lesson on their Chromebooks (about 35 minutes) while filling in their Cornell notes. Use this deck to go through it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The snail and the water plant.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aloud. Make sure students know the BTB colors before predicting.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Yellow. The snail does cellular respiration, which gives off CO₂, so the BTB turns yellow. Why not the others: "Blue": Blue means less CO₂; nothing in this tube removes CO₂. "Blue-green (no change)": The snail is alive and respiring. "Clear": BTB doesn't turn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their first idea in the lesson. Don't explain yet; the rest of the lesson answers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There is more CO₂ in the water than before. BTB turns yellow when CO₂ builds up. Why not the others: "There is less CO₂ in the water than before": Less CO₂ would turn it blue. "There is more oxygen in the water": BTB shows CO₂, not oxygen. "Nothing changed": A color change means the CO₂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Two equations, one flipped.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products of one are the reactants of the other. The only thing that does not flip is the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sort these in the lesson. Have them decide each card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photosynthesis makes, respiration uses, and what respiration makes, photosynthesis uses. ATP is the energy respiration releases.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reactants. Glucose and oxygen come out of photosynthesis and go into respiration. Why not the others: "products": Respiration's products are CO₂, water, and ATP. "wastes": They aren't wastes; respiration uses them. "enzymes": Enzymes aren't in these equations.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The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plant, both organelles are in the same cell. Animals get glucose and oxygen from plants and breathe out the CO₂ plants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label spots 1–6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glucose and 2 oxygen travel from the chloroplast to the mitochondrion. 3 carbon dioxide and 4 water go back. 5 is light energy in; 6 is ATP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Cellular respiration, in the plant and in animals. Respiration in the plant's own mitochondria and in animals releases the CO₂ plants use. Why not the others: "The plant's chloroplasts": Chloroplasts use CO₂; they don't make it. "Glucose in the soil": Plants make glucose; they don't get it from soil. "Sunlight": Sunlight is energy, not CO₂.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4: Who has which organelle?.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 common misconception directly: plants do photosynthesis AND cellular respiration.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sort these in the lesson. Have them decide each card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organisms does cellular respiration. Only plants and algae also do photosynthesis. Yeast and mushrooms are fungi, not plants.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Yes, in its mitochondria, all the time. Plant cells have mitochondria and respire day and night. Why not the others: "No, plants only do photosynthesis": Plants need ATP too, so they respire. "Only at night": They respire all the time; it's just more noticeable at night. "Only when it is cut": Respiration doesn't need damage.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5: Day and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respiration never stops; photosynthesis needs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of 2 in the lesson's slider. In light, both run, but photosynthesis is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of 2. No light: photosynthesis stops, respiration keeps going.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when is oxygen highest? Lowest? 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Photosynthesis stops, but every living thing keeps using oxygen for respiration. No light means no photosynthesis, but respiration keeps using oxygen. Why not the others: "The water gets warmer at night": Water usually cools at night. "Plants do more photosynthesis at night": Photosynthesis needs light. "Fish stop breathing at night": Fish respire all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6: Back to the tubes.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reread their first idea from Section 1 before answering.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In the dark, the plant only did cellular respiration, which gives off CO₂. No light means no photosynthesis, but respiration kept adding CO₂. Why not the others: "The plant did extra photosynthesis in the dark": Photosynthesis needs light. "Plants make CO₂ by photosynthesis": Photosynthesis uses CO₂. "The BTB was broken": The other tubes show the BTB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Yellow, because the snail and the plant both respire and nothing uses the CO₂. In the dark both respire and there is no photosynthesis, so CO₂ builds up fast. Why not the others: "Blue, because the plant uses the CO₂": The plant can't do photosynthesis in the dark. "Blue-green, because nothing happens in the dark": Respiration happens in the dark. "Green, because only the plant respires": The snail respires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7: Spot the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Plants do cellular respiration too. Plants have mitochondria and respire all the time. Why not the others: "Animals do photosynthesis too": Animals have no chloroplasts. "Plants don't do photosynthesis": Plants do photosynthesis. "Nothing is wrong": Look at what plants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Plants, animals, and fungi. Almost all living things respire. Why not the others: "Only animals": Plants and fungi respire too. "Only plants": Animals and fungi respire too. "Only fungi": Plants and animals respire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At night plants only do cellular respiration, so they use oxygen and give off CO₂. Without light, photosynthesis stops; respiration keeps going. Why not the others: "Plants stop all processes at night": Respiration never stops. "Plants make glucose faster at night": Photosynthesis needs light. "Nothing is wrong": Look at the pond graph at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choose before showing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Carbon dioxide. At night, plants only respire, so they give off CO₂. Why not the others: "Oxygen": Oxygen comes from photosynthesis, which needs light. "Glucose": Glucose is made by photosynthesis and kept in the plant. "Light": Plants don't give off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8: Final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take the 10-question final check in the lesson (8 of 10 to pass). It is not shown on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886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· Unit 2: Energy Flow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processes feed each other, day and night</a:t>
            </a:r>
            <a:endParaRPr lang="en-US" sz="1800" dirty="0"/>
          </a:p>
        </p:txBody>
      </p:sp>
      <p:pic>
        <p:nvPicPr>
          <p:cNvPr id="4" name="Image 0" descr="The chloroplast and mitochondrion cy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81198"/>
            <a:ext cx="4389120" cy="2204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331720"/>
            <a:ext cx="1737360" cy="1911096"/>
          </a:xfrm>
          <a:prstGeom prst="roundRect">
            <a:avLst>
              <a:gd name="adj" fmla="val 7895"/>
            </a:avLst>
          </a:prstGeom>
          <a:solidFill>
            <a:srgbClr val="16243B"/>
          </a:solidFill>
          <a:ln w="317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4" name="Image 0" descr="Tub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26791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721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1752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8 · about 6 min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017520" y="292608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snail and the water plant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Phenomenon: the snail and the water plant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filled sealed test tubes with water and a few drops of </a:t>
            </a:r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bromothymol blue (BTB)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BTB is a color indicator for CO₂.</a:t>
            </a:r>
            <a:endParaRPr lang="en-US" sz="2000" dirty="0"/>
          </a:p>
        </p:txBody>
      </p:sp>
      <p:pic>
        <p:nvPicPr>
          <p:cNvPr id="9" name="Image 0" descr="BTB colors: blue little CO2, blue-green starting color, green a bit more CO2, yellow lots of CO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5374"/>
            <a:ext cx="11064240" cy="4842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154680"/>
            <a:ext cx="576072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they added a </a:t>
            </a:r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snail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plant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both, or neither, and left each tube in the </a:t>
            </a:r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the </a:t>
            </a:r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24 hours.</a:t>
            </a:r>
            <a:endParaRPr lang="en-US" sz="2000" dirty="0"/>
          </a:p>
        </p:txBody>
      </p:sp>
      <p:pic>
        <p:nvPicPr>
          <p:cNvPr id="11" name="Image 1" descr="The tube simulator before run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54943"/>
            <a:ext cx="5120640" cy="1725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tube with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snail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sits in the light for 24 hours. What color will the BTB turn?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(no change)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tube with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snail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sits in the light for 24 hours. What color will the BTB turn?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 ✓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(no change)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snail does cellular respiration, which gives off CO₂, so the BTB turns yellow.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61288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45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8" name="Image 0" descr="Simulator results: snail in light yellow, snail and plant in light blue-green, plant in light blue, plant in dark g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8687"/>
            <a:ext cx="6949440" cy="380926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72400" y="18288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16243B"/>
          </a:solidFill>
          <a:ln w="15875">
            <a:solidFill>
              <a:srgbClr val="FFD35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1901952"/>
            <a:ext cx="3474720" cy="31455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idea: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Why did the snail + plant tube in the light barely change, while the others did?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tube of BTB turns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What does that tell you?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less CO₂ in the water than before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more oxygen in the water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changed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more CO₂ in the water than before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tube of BTB turns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What does that tell you?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less CO₂ in the water than before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more oxygen in the water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changed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more CO₂ in the water than before  ✓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BTB turns yellow when CO₂ builds up.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331720"/>
            <a:ext cx="1737360" cy="1911096"/>
          </a:xfrm>
          <a:prstGeom prst="roundRect">
            <a:avLst>
              <a:gd name="adj" fmla="val 7895"/>
            </a:avLst>
          </a:prstGeom>
          <a:solidFill>
            <a:srgbClr val="16243B"/>
          </a:solidFill>
          <a:ln w="317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4" name="Image 0" descr="Equatio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26791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721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1752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8 · about 4 min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017520" y="292608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equations, one flipped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61288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45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two equations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655064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(in the chloroplast)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6CO₂ + 6H₂O + light energy → C₆H₁₂O₆ + 6O₂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6243B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798064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respiration (in the mitochondrion)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3154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C₆H₁₂O₆ + 6O₂ → 6CO₂ + 6H₂O + ATP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931920"/>
            <a:ext cx="1106424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closely: the two equations are </a:t>
            </a:r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</a:t>
            </a:r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photosynthesis (glucose and oxygen) are the </a:t>
            </a:r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reactants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cellular respiration, and the products of respiration (carbon dioxide and water) are the reactants of photosynthesis.</a:t>
            </a:r>
            <a:endParaRPr lang="en-US" sz="1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doesn't flip is the energy: photosynthesis takes in </a:t>
            </a:r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energy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respiration gives off energy as </a:t>
            </a:r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which process makes it?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each molecule by the process that makes it.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6243B"/>
          </a:solidFill>
          <a:ln w="15875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14884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488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093976" y="214884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93976" y="21488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(O₂)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95344" y="214884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95344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 (CO₂)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84264" y="214884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84264" y="21488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(H₂O)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485632" y="2148840"/>
            <a:ext cx="786384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85632" y="214884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24612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6243B"/>
          </a:solidFill>
          <a:ln w="15875">
            <a:solidFill>
              <a:srgbClr val="A3B4CF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685800" y="33192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photosynthesis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217920" y="324612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6243B"/>
          </a:solidFill>
          <a:ln w="15875">
            <a:solidFill>
              <a:srgbClr val="A3B4CF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6355080" y="33192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cellular respiration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which process makes it?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each molecule by the process that makes it.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85800" y="21762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photosynthesis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1520" y="2697480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697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3172968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172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(O₂)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0" y="210312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355080" y="21762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cellular respiration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400800" y="2697480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697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 (CO₂)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0" y="3172968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3172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(H₂O)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0" y="3648456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6484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products of photosynthesis are the ______ of cellular respiration.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products of photosynthesis are the ______ of cellular respiration.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reactants  ✓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and oxygen come out of photosynthesis and go into respiration.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331720"/>
            <a:ext cx="1737360" cy="1911096"/>
          </a:xfrm>
          <a:prstGeom prst="roundRect">
            <a:avLst>
              <a:gd name="adj" fmla="val 7895"/>
            </a:avLst>
          </a:prstGeom>
          <a:solidFill>
            <a:srgbClr val="16243B"/>
          </a:solidFill>
          <a:ln w="317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4" name="Image 0" descr="Cy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26791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721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1752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8 · about 4 min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017520" y="292608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61288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45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goes around and around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two processes side by side and they make a </a:t>
            </a:r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chloroplast sends </a:t>
            </a:r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and oxygen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mitochondrion. The mitochondrion sends </a:t>
            </a:r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 and water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back.</a:t>
            </a:r>
            <a:endParaRPr lang="en-US" sz="1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energy goes in at the chloroplast; ATP comes out of the mitochondrion.</a:t>
            </a:r>
            <a:endParaRPr lang="en-US" sz="1900" dirty="0"/>
          </a:p>
        </p:txBody>
      </p:sp>
      <p:pic>
        <p:nvPicPr>
          <p:cNvPr id="9" name="Image 0" descr="Labeled cy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56037"/>
            <a:ext cx="6492240" cy="32603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label the cycle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8" name="Image 0" descr="Cycle with numbered spots 1 to 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91715"/>
            <a:ext cx="6949440" cy="34975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1828800"/>
            <a:ext cx="384048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spots </a:t>
            </a:r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1–6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· Oxygen (O₂) · Carbon dioxide (CO₂) · Water (H₂O) · Light energy · ATP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label the cycle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8" name="Image 0" descr="Cycle with numbered spots 1 to 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91715"/>
            <a:ext cx="6949440" cy="34975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1828800"/>
            <a:ext cx="384048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Glucose</a:t>
            </a:r>
            <a:endParaRPr lang="en-US" sz="1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Oxygen (O₂)</a:t>
            </a:r>
            <a:endParaRPr lang="en-US" sz="1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Carbon dioxide (CO₂)</a:t>
            </a:r>
            <a:endParaRPr lang="en-US" sz="1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Water (H₂O)</a:t>
            </a:r>
            <a:endParaRPr lang="en-US" sz="1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Light energy</a:t>
            </a:r>
            <a:endParaRPr lang="en-US" sz="19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ATP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CO₂ that a plant uses for photosynthesis come from?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respiration, in the plant and in animals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plant's chloroplasts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in the soil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CO₂ that a plant uses for photosynthesis come from?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respiration, in the plant and in animals  ✓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plant's chloroplasts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in the soil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Respiration in the plant's own mitochondria and in animals releases the CO₂ plants use.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331720"/>
            <a:ext cx="1737360" cy="1911096"/>
          </a:xfrm>
          <a:prstGeom prst="roundRect">
            <a:avLst>
              <a:gd name="adj" fmla="val 7895"/>
            </a:avLst>
          </a:prstGeom>
          <a:solidFill>
            <a:srgbClr val="16243B"/>
          </a:solidFill>
          <a:ln w="317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4" name="Image 0" descr="Cell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26791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721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1752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8 · about 3 min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017520" y="292608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which organelle?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61288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45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have both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110642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mistake is thinking plants do photosynthesis and animals do respiration. Actually, </a:t>
            </a:r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do both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Plant cells have chloroplasts </a:t>
            </a:r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mitochondria. They need ATP too, so they break down the glucose they make.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  <a:gridCol w="1828800"/>
                <a:gridCol w="210312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Chloroplasts?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Mitochondria?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Photosynthesis?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Cellular respiration?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Plants and algae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(in light)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(all the time)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(all the time)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Fungi (mushrooms, yeast)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8EE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(all the time)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sort the organisms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organelles does each organism have?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6243B"/>
          </a:solidFill>
          <a:ln w="15875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148840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488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 tree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203704" y="21488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03704" y="21488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346704" y="21488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46704" y="21488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89704" y="214884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9704" y="21488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plant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91072" y="21488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21488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34072" y="21488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34072" y="21488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Snail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577072" y="2148840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77072" y="214884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049256" y="21488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B2B47"/>
          </a:solidFill>
          <a:ln w="12700">
            <a:solidFill>
              <a:srgbClr val="A3B4C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49256" y="21488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Yeast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324612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6243B"/>
          </a:solidFill>
          <a:ln w="15875">
            <a:solidFill>
              <a:srgbClr val="A3B4CF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685800" y="33192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Chloroplasts and mitochondria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217920" y="324612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6243B"/>
          </a:solidFill>
          <a:ln w="15875">
            <a:solidFill>
              <a:srgbClr val="A3B4CF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6355080" y="33192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 only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sort the organisms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organelles does each organism have?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85800" y="21762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Chloroplasts and mitochondria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1520" y="2697480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697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 tree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3172968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172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3648456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6484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31520" y="4123944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41239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plant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17920" y="210312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6355080" y="21762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 only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400800" y="2697480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2697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0" y="3172968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3172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Snail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0" y="3648456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0" y="36484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0" y="4123944"/>
            <a:ext cx="5029200" cy="384048"/>
          </a:xfrm>
          <a:prstGeom prst="roundRect">
            <a:avLst>
              <a:gd name="adj" fmla="val 47619"/>
            </a:avLst>
          </a:prstGeom>
          <a:solidFill>
            <a:srgbClr val="173B2F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0" y="41239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Yeast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plant cell do cellular respiration?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in its mitochondria, all the time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plants only do photosynthesis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night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it is cut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plant cell do cellular respiration?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in its mitochondria, all the time  ✓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plants only do photosynthesis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night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it is cut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cells have mitochondria and respire day and night.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331720"/>
            <a:ext cx="1737360" cy="1911096"/>
          </a:xfrm>
          <a:prstGeom prst="roundRect">
            <a:avLst>
              <a:gd name="adj" fmla="val 7895"/>
            </a:avLst>
          </a:prstGeom>
          <a:solidFill>
            <a:srgbClr val="16243B"/>
          </a:solidFill>
          <a:ln w="317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" name="Image 0" descr="Day/n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26791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721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Day/night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1752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8 · about 5 min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017520" y="292608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and night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61288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45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needs light. Respiration never stops.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11064240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plant does </a:t>
            </a:r>
            <a:pPr algn="l"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only when there is light</a:t>
            </a:r>
            <a:pPr algn="l"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But it does </a:t>
            </a:r>
            <a:pPr algn="l"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respiration all the time</a:t>
            </a:r>
            <a:pPr algn="l"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day and night, because its cells always need ATP.</a:t>
            </a:r>
            <a:endParaRPr lang="en-US" sz="2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day, photosynthesis is usually much faster than respiration, so a plant gives off more oxygen than it uses. At night, only respiration runs, so the plant takes in oxygen and gives off CO₂, just like an animal.</a:t>
            </a:r>
            <a:endParaRPr lang="en-US" sz="2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478024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B9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9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 in a plant: 12:00 pm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pic>
        <p:nvPicPr>
          <p:cNvPr id="8" name="Image 0" descr="At noon: photosynthesis bar long, respiration bar short; the leaf gives off oxygen and takes in CO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41" y="1600200"/>
            <a:ext cx="1074243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478024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B9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9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 in a plant: 12:00 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pic>
        <p:nvPicPr>
          <p:cNvPr id="8" name="Image 0" descr="At midnight: no photosynthesis, respiration still running; the leaf takes in oxygen and gives off CO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41" y="1600200"/>
            <a:ext cx="1074243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61288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45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pond over 24 hours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measured the oxygen dissolved in a pond full of algae, plants, and fish over one day and night.</a:t>
            </a:r>
            <a:endParaRPr lang="en-US" sz="1900" dirty="0"/>
          </a:p>
        </p:txBody>
      </p:sp>
      <p:pic>
        <p:nvPicPr>
          <p:cNvPr id="9" name="Image 0" descr="Pond dissolved oxygen: falls through the night, rises through daylight, peaks around 6 pm, then fa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14" y="2103120"/>
            <a:ext cx="726749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pond graph. Why does dissolved oxygen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at night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gets warmer at night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do more photosynthesis at night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stop breathing at night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stops, but every living thing keeps using oxygen for respiration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pond graph. Why does dissolved oxygen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at night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gets warmer at night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do more photosynthesis at night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stop breathing at night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stops, but every living thing keeps using oxygen for respiration  ✓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 means no photosynthesis, but respiration keeps using oxygen.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331720"/>
            <a:ext cx="1737360" cy="1911096"/>
          </a:xfrm>
          <a:prstGeom prst="roundRect">
            <a:avLst>
              <a:gd name="adj" fmla="val 7895"/>
            </a:avLst>
          </a:prstGeom>
          <a:solidFill>
            <a:srgbClr val="16243B"/>
          </a:solidFill>
          <a:ln w="317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4" name="Image 0" descr="Expl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26791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721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1752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of 8 · about 4 min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017520" y="292608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tubes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phenomenon: explain the tubes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pic>
        <p:nvPicPr>
          <p:cNvPr id="8" name="Image 0" descr="Four tubes after 24 hours: A plant light blue, B plant dark green, C snail light yellow, D snail and plant light blue-g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6116"/>
            <a:ext cx="11064240" cy="322000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16243B"/>
          </a:solidFill>
          <a:ln w="15875">
            <a:solidFill>
              <a:srgbClr val="FFD35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5148072"/>
            <a:ext cx="1069848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first idea. Now use photosynthesis and cellular respiration to explain each tube.</a:t>
            </a:r>
            <a:endParaRPr lang="en-US" sz="1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tube 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(plant in the dark) turned green. Why did the CO₂ go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make CO₂ by photosynthesis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BTB was broken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dark, the plant only did cellular respiration, which gives off CO₂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did extra photosynthesis in the dark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tube 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(plant in the dark) turned green. Why did the CO₂ go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make CO₂ by photosynthesis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BTB was broken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dark, the plant only did cellular respiration, which gives off CO₂  ✓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did extra photosynthesis in the dark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 means no photosynthesis, but respiration kept adding CO₂.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snail + plant tube is left in the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24 hours. What color will it turn?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because only the plant respires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Yellow, because the snail and the plant both respire and nothing uses the CO₂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Blue, because the plant uses the CO₂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Blue-green, because nothing happens in the dark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snail + plant tube is left in the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24 hours. What color will it turn?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because only the plant respires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Yellow, because the snail and the plant both respire and nothing uses the CO₂  ✓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Blue, because the plant uses the CO₂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Blue-green, because nothing happens in the dark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dark both respire and there is no photosynthesis, so CO₂ builds up fast.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331720"/>
            <a:ext cx="1737360" cy="1911096"/>
          </a:xfrm>
          <a:prstGeom prst="roundRect">
            <a:avLst>
              <a:gd name="adj" fmla="val 7895"/>
            </a:avLst>
          </a:prstGeom>
          <a:solidFill>
            <a:srgbClr val="16243B"/>
          </a:solidFill>
          <a:ln w="317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pic>
        <p:nvPicPr>
          <p:cNvPr id="4" name="Image 0" descr="Mistak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26791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721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1752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of 8 · about 3 min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017520" y="292608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mistake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Jordan's mistake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wrote: "Plants do photosynthesis. Animals do cellular respiration."  What's wrong?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do cellular respiration too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do photosynthesis too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don't do photosynthesis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wrong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Jordan's mistake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wrote: "Plants do photosynthesis. Animals do cellular respiration."  What's wrong?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do cellular respiration too  ✓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do photosynthesis too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don't do photosynthesis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wrong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have mitochondria and respire all the time.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organisms do cellular respiration?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animals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plants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fungi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Plants, animals, and fungi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organisms do cellular respiration?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animals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plants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fungi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Plants, animals, and fungi  ✓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living things respire.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Riley's mistake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wrote: "At night, plants give off extra oxygen."  What's wrong?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make glucose faster at night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wrong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night plants only do cellular respiration, so they use oxygen and give off CO₂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stop all processes at night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Riley's mistake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wrote: "At night, plants give off extra oxygen."  What's wrong?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make glucose faster at night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wrong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night plants only do cellular respiration, so they use oxygen and give off CO₂  ✓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stop all processes at night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light, photosynthesis stops; respiration keeps going.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plants give off at night?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101498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90472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5FE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plants give off at night?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61488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80160" y="2606040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447288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73B2F"/>
          </a:solidFill>
          <a:ln w="31750">
            <a:solidFill>
              <a:srgbClr val="5FE3A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602736"/>
            <a:ext cx="402336" cy="402336"/>
          </a:xfrm>
          <a:prstGeom prst="ellipse">
            <a:avLst/>
          </a:prstGeom>
          <a:solidFill>
            <a:srgbClr val="5FE3A9"/>
          </a:solidFill>
          <a:ln w="12700">
            <a:solidFill>
              <a:srgbClr val="5FE3A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80160" y="3447288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  ✓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43984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80160" y="4288536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7589520" cy="713232"/>
          </a:xfrm>
          <a:prstGeom prst="roundRect">
            <a:avLst>
              <a:gd name="adj" fmla="val 12821"/>
            </a:avLst>
          </a:prstGeom>
          <a:solidFill>
            <a:srgbClr val="16243B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85232"/>
            <a:ext cx="402336" cy="402336"/>
          </a:xfrm>
          <a:prstGeom prst="ellipse">
            <a:avLst/>
          </a:prstGeom>
          <a:solidFill>
            <a:srgbClr val="1B2B47"/>
          </a:solidFill>
          <a:ln w="12700">
            <a:solidFill>
              <a:srgbClr val="2A3D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80160" y="5129784"/>
            <a:ext cx="66751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26060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16243B"/>
          </a:solidFill>
          <a:ln w="15875">
            <a:solidFill>
              <a:srgbClr val="5FE3A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E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30175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night, plants only respire, so they give off CO₂.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2331720"/>
            <a:ext cx="1737360" cy="1911096"/>
          </a:xfrm>
          <a:prstGeom prst="roundRect">
            <a:avLst>
              <a:gd name="adj" fmla="val 7895"/>
            </a:avLst>
          </a:prstGeom>
          <a:solidFill>
            <a:srgbClr val="16243B"/>
          </a:solidFill>
          <a:ln w="31750">
            <a:solidFill>
              <a:srgbClr val="FFD3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23865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pic>
        <p:nvPicPr>
          <p:cNvPr id="4" name="Image 0" descr="Fin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2679192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3721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1752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of 8 · about 5 min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017520" y="292608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</a:t>
            </a:r>
            <a:endParaRPr lang="en-US" sz="4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61288" cy="329184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19050">
            <a:solidFill>
              <a:srgbClr val="45C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Photosynthesis and Respiration Connect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B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110642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final check in the lesson: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multiple choice, two-part, and select-all.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</a:t>
            </a:r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out of 10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pass. If you don't pass, you'll get a new set of questions.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Photosynthesis and Respiration Connect</dc:title>
  <dc:subject>Biology Unit 2: Energy Flow</dc:subject>
  <dc:creator>PptxGenJS</dc:creator>
  <cp:lastModifiedBy>PptxGenJS</cp:lastModifiedBy>
  <cp:revision>1</cp:revision>
  <dcterms:created xsi:type="dcterms:W3CDTF">2026-10-29T16:40:18Z</dcterms:created>
  <dcterms:modified xsi:type="dcterms:W3CDTF">2026-10-29T16:40:18Z</dcterms:modified>
</cp:coreProperties>
</file>